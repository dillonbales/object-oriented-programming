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F4F858-2A3F-49B8-B4C9-47B626CD3B28}" v="11" dt="2024-10-16T13:00:00.3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>
        <p:scale>
          <a:sx n="66" d="100"/>
          <a:sy n="66" d="100"/>
        </p:scale>
        <p:origin x="1008" y="7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senjit Chatterjee" userId="141685ed-e8ed-4bc7-aa11-857359c6342d" providerId="ADAL" clId="{2EF4F858-2A3F-49B8-B4C9-47B626CD3B28}"/>
    <pc:docChg chg="custSel addSld delSld modSld">
      <pc:chgData name="Prosenjit Chatterjee" userId="141685ed-e8ed-4bc7-aa11-857359c6342d" providerId="ADAL" clId="{2EF4F858-2A3F-49B8-B4C9-47B626CD3B28}" dt="2024-10-16T13:00:29.138" v="152" actId="14100"/>
      <pc:docMkLst>
        <pc:docMk/>
      </pc:docMkLst>
      <pc:sldChg chg="del">
        <pc:chgData name="Prosenjit Chatterjee" userId="141685ed-e8ed-4bc7-aa11-857359c6342d" providerId="ADAL" clId="{2EF4F858-2A3F-49B8-B4C9-47B626CD3B28}" dt="2024-10-16T04:34:45.620" v="0" actId="2696"/>
        <pc:sldMkLst>
          <pc:docMk/>
          <pc:sldMk cId="2766875379" sldId="263"/>
        </pc:sldMkLst>
      </pc:sldChg>
      <pc:sldChg chg="addSp delSp modSp new mod">
        <pc:chgData name="Prosenjit Chatterjee" userId="141685ed-e8ed-4bc7-aa11-857359c6342d" providerId="ADAL" clId="{2EF4F858-2A3F-49B8-B4C9-47B626CD3B28}" dt="2024-10-16T13:00:29.138" v="152" actId="14100"/>
        <pc:sldMkLst>
          <pc:docMk/>
          <pc:sldMk cId="1431931166" sldId="269"/>
        </pc:sldMkLst>
        <pc:spChg chg="mod">
          <ac:chgData name="Prosenjit Chatterjee" userId="141685ed-e8ed-4bc7-aa11-857359c6342d" providerId="ADAL" clId="{2EF4F858-2A3F-49B8-B4C9-47B626CD3B28}" dt="2024-10-16T12:49:01.201" v="10" actId="20577"/>
          <ac:spMkLst>
            <pc:docMk/>
            <pc:sldMk cId="1431931166" sldId="269"/>
            <ac:spMk id="2" creationId="{25935172-5F4C-1D28-D72C-15DA6BCBB383}"/>
          </ac:spMkLst>
        </pc:spChg>
        <pc:spChg chg="del">
          <ac:chgData name="Prosenjit Chatterjee" userId="141685ed-e8ed-4bc7-aa11-857359c6342d" providerId="ADAL" clId="{2EF4F858-2A3F-49B8-B4C9-47B626CD3B28}" dt="2024-10-16T12:49:07.097" v="11" actId="478"/>
          <ac:spMkLst>
            <pc:docMk/>
            <pc:sldMk cId="1431931166" sldId="269"/>
            <ac:spMk id="3" creationId="{A2402061-587B-0CCF-E310-9F459D8F0552}"/>
          </ac:spMkLst>
        </pc:spChg>
        <pc:spChg chg="add mod">
          <ac:chgData name="Prosenjit Chatterjee" userId="141685ed-e8ed-4bc7-aa11-857359c6342d" providerId="ADAL" clId="{2EF4F858-2A3F-49B8-B4C9-47B626CD3B28}" dt="2024-10-16T12:50:32.774" v="21" actId="207"/>
          <ac:spMkLst>
            <pc:docMk/>
            <pc:sldMk cId="1431931166" sldId="269"/>
            <ac:spMk id="4" creationId="{95AAA12E-6E11-A5B0-A897-FC88112F6BA0}"/>
          </ac:spMkLst>
        </pc:spChg>
        <pc:spChg chg="add del mod">
          <ac:chgData name="Prosenjit Chatterjee" userId="141685ed-e8ed-4bc7-aa11-857359c6342d" providerId="ADAL" clId="{2EF4F858-2A3F-49B8-B4C9-47B626CD3B28}" dt="2024-10-16T12:50:15.667" v="19" actId="478"/>
          <ac:spMkLst>
            <pc:docMk/>
            <pc:sldMk cId="1431931166" sldId="269"/>
            <ac:spMk id="6" creationId="{99123759-7A3B-2DB0-7372-E9A46132189C}"/>
          </ac:spMkLst>
        </pc:spChg>
        <pc:spChg chg="add mod">
          <ac:chgData name="Prosenjit Chatterjee" userId="141685ed-e8ed-4bc7-aa11-857359c6342d" providerId="ADAL" clId="{2EF4F858-2A3F-49B8-B4C9-47B626CD3B28}" dt="2024-10-16T12:50:57.840" v="33" actId="20577"/>
          <ac:spMkLst>
            <pc:docMk/>
            <pc:sldMk cId="1431931166" sldId="269"/>
            <ac:spMk id="7" creationId="{5BD70BC4-0CDD-DA5B-9B7C-2E7C4F73D24E}"/>
          </ac:spMkLst>
        </pc:spChg>
        <pc:spChg chg="add mod">
          <ac:chgData name="Prosenjit Chatterjee" userId="141685ed-e8ed-4bc7-aa11-857359c6342d" providerId="ADAL" clId="{2EF4F858-2A3F-49B8-B4C9-47B626CD3B28}" dt="2024-10-16T12:51:23.241" v="46" actId="14100"/>
          <ac:spMkLst>
            <pc:docMk/>
            <pc:sldMk cId="1431931166" sldId="269"/>
            <ac:spMk id="8" creationId="{98B5950C-E034-E91B-E768-A2735D9F615F}"/>
          </ac:spMkLst>
        </pc:spChg>
        <pc:spChg chg="add mod">
          <ac:chgData name="Prosenjit Chatterjee" userId="141685ed-e8ed-4bc7-aa11-857359c6342d" providerId="ADAL" clId="{2EF4F858-2A3F-49B8-B4C9-47B626CD3B28}" dt="2024-10-16T12:51:45.800" v="54" actId="20577"/>
          <ac:spMkLst>
            <pc:docMk/>
            <pc:sldMk cId="1431931166" sldId="269"/>
            <ac:spMk id="9" creationId="{C917BBE5-BB87-1583-ADF4-B4A736ABE515}"/>
          </ac:spMkLst>
        </pc:spChg>
        <pc:spChg chg="add mod">
          <ac:chgData name="Prosenjit Chatterjee" userId="141685ed-e8ed-4bc7-aa11-857359c6342d" providerId="ADAL" clId="{2EF4F858-2A3F-49B8-B4C9-47B626CD3B28}" dt="2024-10-16T12:53:03.498" v="71" actId="14100"/>
          <ac:spMkLst>
            <pc:docMk/>
            <pc:sldMk cId="1431931166" sldId="269"/>
            <ac:spMk id="16" creationId="{345638BD-1A65-CE59-9829-6B992907E573}"/>
          </ac:spMkLst>
        </pc:spChg>
        <pc:spChg chg="add del mod">
          <ac:chgData name="Prosenjit Chatterjee" userId="141685ed-e8ed-4bc7-aa11-857359c6342d" providerId="ADAL" clId="{2EF4F858-2A3F-49B8-B4C9-47B626CD3B28}" dt="2024-10-16T12:53:42.207" v="75" actId="478"/>
          <ac:spMkLst>
            <pc:docMk/>
            <pc:sldMk cId="1431931166" sldId="269"/>
            <ac:spMk id="19" creationId="{9DC549DC-0764-8012-C259-5437AA767FBE}"/>
          </ac:spMkLst>
        </pc:spChg>
        <pc:spChg chg="add mod">
          <ac:chgData name="Prosenjit Chatterjee" userId="141685ed-e8ed-4bc7-aa11-857359c6342d" providerId="ADAL" clId="{2EF4F858-2A3F-49B8-B4C9-47B626CD3B28}" dt="2024-10-16T12:53:43.912" v="76"/>
          <ac:spMkLst>
            <pc:docMk/>
            <pc:sldMk cId="1431931166" sldId="269"/>
            <ac:spMk id="20" creationId="{AE6F0953-00DF-B1E9-AB2A-1F1EEB195FC9}"/>
          </ac:spMkLst>
        </pc:spChg>
        <pc:spChg chg="add mod">
          <ac:chgData name="Prosenjit Chatterjee" userId="141685ed-e8ed-4bc7-aa11-857359c6342d" providerId="ADAL" clId="{2EF4F858-2A3F-49B8-B4C9-47B626CD3B28}" dt="2024-10-16T12:54:52.284" v="86" actId="1076"/>
          <ac:spMkLst>
            <pc:docMk/>
            <pc:sldMk cId="1431931166" sldId="269"/>
            <ac:spMk id="22" creationId="{29BE5A3C-0B91-B0BD-19F7-732E839EF113}"/>
          </ac:spMkLst>
        </pc:spChg>
        <pc:spChg chg="add mod">
          <ac:chgData name="Prosenjit Chatterjee" userId="141685ed-e8ed-4bc7-aa11-857359c6342d" providerId="ADAL" clId="{2EF4F858-2A3F-49B8-B4C9-47B626CD3B28}" dt="2024-10-16T12:56:12.721" v="105" actId="404"/>
          <ac:spMkLst>
            <pc:docMk/>
            <pc:sldMk cId="1431931166" sldId="269"/>
            <ac:spMk id="24" creationId="{4C108590-333D-ABC5-51CB-B5B9300A10D6}"/>
          </ac:spMkLst>
        </pc:spChg>
        <pc:spChg chg="add mod">
          <ac:chgData name="Prosenjit Chatterjee" userId="141685ed-e8ed-4bc7-aa11-857359c6342d" providerId="ADAL" clId="{2EF4F858-2A3F-49B8-B4C9-47B626CD3B28}" dt="2024-10-16T12:57:17.108" v="118" actId="14100"/>
          <ac:spMkLst>
            <pc:docMk/>
            <pc:sldMk cId="1431931166" sldId="269"/>
            <ac:spMk id="26" creationId="{EF6C759F-56FE-5DDE-DB8B-AE6DD86E492D}"/>
          </ac:spMkLst>
        </pc:spChg>
        <pc:spChg chg="add mod">
          <ac:chgData name="Prosenjit Chatterjee" userId="141685ed-e8ed-4bc7-aa11-857359c6342d" providerId="ADAL" clId="{2EF4F858-2A3F-49B8-B4C9-47B626CD3B28}" dt="2024-10-16T12:57:21.931" v="119" actId="14100"/>
          <ac:spMkLst>
            <pc:docMk/>
            <pc:sldMk cId="1431931166" sldId="269"/>
            <ac:spMk id="28" creationId="{94E5E882-734D-F926-229B-6BB83CC507C4}"/>
          </ac:spMkLst>
        </pc:spChg>
        <pc:spChg chg="add mod">
          <ac:chgData name="Prosenjit Chatterjee" userId="141685ed-e8ed-4bc7-aa11-857359c6342d" providerId="ADAL" clId="{2EF4F858-2A3F-49B8-B4C9-47B626CD3B28}" dt="2024-10-16T12:56:06.942" v="102" actId="14100"/>
          <ac:spMkLst>
            <pc:docMk/>
            <pc:sldMk cId="1431931166" sldId="269"/>
            <ac:spMk id="30" creationId="{4463BD3C-4CC1-E7C2-A0C0-633985051D14}"/>
          </ac:spMkLst>
        </pc:spChg>
        <pc:spChg chg="add mod">
          <ac:chgData name="Prosenjit Chatterjee" userId="141685ed-e8ed-4bc7-aa11-857359c6342d" providerId="ADAL" clId="{2EF4F858-2A3F-49B8-B4C9-47B626CD3B28}" dt="2024-10-16T12:56:30.704" v="110" actId="20577"/>
          <ac:spMkLst>
            <pc:docMk/>
            <pc:sldMk cId="1431931166" sldId="269"/>
            <ac:spMk id="31" creationId="{F0D1CE05-360A-55FA-D6A5-6F2B41E66F82}"/>
          </ac:spMkLst>
        </pc:spChg>
        <pc:spChg chg="add mod">
          <ac:chgData name="Prosenjit Chatterjee" userId="141685ed-e8ed-4bc7-aa11-857359c6342d" providerId="ADAL" clId="{2EF4F858-2A3F-49B8-B4C9-47B626CD3B28}" dt="2024-10-16T12:57:11.011" v="116" actId="1076"/>
          <ac:spMkLst>
            <pc:docMk/>
            <pc:sldMk cId="1431931166" sldId="269"/>
            <ac:spMk id="33" creationId="{D1FF2AE0-8C51-C0F0-1398-12BCF270492F}"/>
          </ac:spMkLst>
        </pc:spChg>
        <pc:spChg chg="add mod">
          <ac:chgData name="Prosenjit Chatterjee" userId="141685ed-e8ed-4bc7-aa11-857359c6342d" providerId="ADAL" clId="{2EF4F858-2A3F-49B8-B4C9-47B626CD3B28}" dt="2024-10-16T12:57:03.627" v="114" actId="1076"/>
          <ac:spMkLst>
            <pc:docMk/>
            <pc:sldMk cId="1431931166" sldId="269"/>
            <ac:spMk id="34" creationId="{0FC71AE0-41E6-5CC3-A296-F138F366F184}"/>
          </ac:spMkLst>
        </pc:spChg>
        <pc:spChg chg="add mod">
          <ac:chgData name="Prosenjit Chatterjee" userId="141685ed-e8ed-4bc7-aa11-857359c6342d" providerId="ADAL" clId="{2EF4F858-2A3F-49B8-B4C9-47B626CD3B28}" dt="2024-10-16T12:57:42.758" v="122" actId="14100"/>
          <ac:spMkLst>
            <pc:docMk/>
            <pc:sldMk cId="1431931166" sldId="269"/>
            <ac:spMk id="36" creationId="{216D8F3C-DBE7-0852-1D15-CD2525D4932A}"/>
          </ac:spMkLst>
        </pc:spChg>
        <pc:spChg chg="add mod">
          <ac:chgData name="Prosenjit Chatterjee" userId="141685ed-e8ed-4bc7-aa11-857359c6342d" providerId="ADAL" clId="{2EF4F858-2A3F-49B8-B4C9-47B626CD3B28}" dt="2024-10-16T12:58:01.344" v="125" actId="14100"/>
          <ac:spMkLst>
            <pc:docMk/>
            <pc:sldMk cId="1431931166" sldId="269"/>
            <ac:spMk id="38" creationId="{B2BFE82A-8209-5164-F42E-EDCC34DA040E}"/>
          </ac:spMkLst>
        </pc:spChg>
        <pc:spChg chg="add mod">
          <ac:chgData name="Prosenjit Chatterjee" userId="141685ed-e8ed-4bc7-aa11-857359c6342d" providerId="ADAL" clId="{2EF4F858-2A3F-49B8-B4C9-47B626CD3B28}" dt="2024-10-16T12:58:33.887" v="133" actId="1076"/>
          <ac:spMkLst>
            <pc:docMk/>
            <pc:sldMk cId="1431931166" sldId="269"/>
            <ac:spMk id="40" creationId="{97B74C7F-CF87-FA1F-89D4-AC8D2CD0F7B8}"/>
          </ac:spMkLst>
        </pc:spChg>
        <pc:spChg chg="add mod">
          <ac:chgData name="Prosenjit Chatterjee" userId="141685ed-e8ed-4bc7-aa11-857359c6342d" providerId="ADAL" clId="{2EF4F858-2A3F-49B8-B4C9-47B626CD3B28}" dt="2024-10-16T12:58:46.900" v="135" actId="1076"/>
          <ac:spMkLst>
            <pc:docMk/>
            <pc:sldMk cId="1431931166" sldId="269"/>
            <ac:spMk id="41" creationId="{24601AEE-ED12-0A02-2060-E2A11219D136}"/>
          </ac:spMkLst>
        </pc:spChg>
        <pc:spChg chg="add mod">
          <ac:chgData name="Prosenjit Chatterjee" userId="141685ed-e8ed-4bc7-aa11-857359c6342d" providerId="ADAL" clId="{2EF4F858-2A3F-49B8-B4C9-47B626CD3B28}" dt="2024-10-16T12:59:09.451" v="138" actId="14100"/>
          <ac:spMkLst>
            <pc:docMk/>
            <pc:sldMk cId="1431931166" sldId="269"/>
            <ac:spMk id="43" creationId="{8F035CC7-E5B7-B5CC-CC2E-F364D059A768}"/>
          </ac:spMkLst>
        </pc:spChg>
        <pc:spChg chg="add mod">
          <ac:chgData name="Prosenjit Chatterjee" userId="141685ed-e8ed-4bc7-aa11-857359c6342d" providerId="ADAL" clId="{2EF4F858-2A3F-49B8-B4C9-47B626CD3B28}" dt="2024-10-16T13:00:18.260" v="149" actId="14100"/>
          <ac:spMkLst>
            <pc:docMk/>
            <pc:sldMk cId="1431931166" sldId="269"/>
            <ac:spMk id="45" creationId="{41CAD8D5-AD46-B6F2-AD0E-CA407518AC6C}"/>
          </ac:spMkLst>
        </pc:spChg>
        <pc:spChg chg="add mod">
          <ac:chgData name="Prosenjit Chatterjee" userId="141685ed-e8ed-4bc7-aa11-857359c6342d" providerId="ADAL" clId="{2EF4F858-2A3F-49B8-B4C9-47B626CD3B28}" dt="2024-10-16T12:59:53.846" v="146" actId="404"/>
          <ac:spMkLst>
            <pc:docMk/>
            <pc:sldMk cId="1431931166" sldId="269"/>
            <ac:spMk id="47" creationId="{66C9B46A-C4BD-B5B1-FC49-9EAD5457EE88}"/>
          </ac:spMkLst>
        </pc:spChg>
        <pc:spChg chg="add mod">
          <ac:chgData name="Prosenjit Chatterjee" userId="141685ed-e8ed-4bc7-aa11-857359c6342d" providerId="ADAL" clId="{2EF4F858-2A3F-49B8-B4C9-47B626CD3B28}" dt="2024-10-16T13:00:05.607" v="148" actId="1076"/>
          <ac:spMkLst>
            <pc:docMk/>
            <pc:sldMk cId="1431931166" sldId="269"/>
            <ac:spMk id="48" creationId="{0B3C3AD9-A2F4-67DB-4ADD-B18DAEF8FA3D}"/>
          </ac:spMkLst>
        </pc:spChg>
        <pc:spChg chg="add mod">
          <ac:chgData name="Prosenjit Chatterjee" userId="141685ed-e8ed-4bc7-aa11-857359c6342d" providerId="ADAL" clId="{2EF4F858-2A3F-49B8-B4C9-47B626CD3B28}" dt="2024-10-16T13:00:29.138" v="152" actId="14100"/>
          <ac:spMkLst>
            <pc:docMk/>
            <pc:sldMk cId="1431931166" sldId="269"/>
            <ac:spMk id="50" creationId="{C1CE146D-63BF-4CEF-5259-FDC570422AAB}"/>
          </ac:spMkLst>
        </pc:spChg>
        <pc:cxnChg chg="add">
          <ac:chgData name="Prosenjit Chatterjee" userId="141685ed-e8ed-4bc7-aa11-857359c6342d" providerId="ADAL" clId="{2EF4F858-2A3F-49B8-B4C9-47B626CD3B28}" dt="2024-10-16T12:52:00.173" v="55" actId="11529"/>
          <ac:cxnSpMkLst>
            <pc:docMk/>
            <pc:sldMk cId="1431931166" sldId="269"/>
            <ac:cxnSpMk id="11" creationId="{FCAA3C0F-BA90-9BB2-9CC6-E7619FB1E5A2}"/>
          </ac:cxnSpMkLst>
        </pc:cxnChg>
        <pc:cxnChg chg="add">
          <ac:chgData name="Prosenjit Chatterjee" userId="141685ed-e8ed-4bc7-aa11-857359c6342d" providerId="ADAL" clId="{2EF4F858-2A3F-49B8-B4C9-47B626CD3B28}" dt="2024-10-16T12:52:14.876" v="56" actId="11529"/>
          <ac:cxnSpMkLst>
            <pc:docMk/>
            <pc:sldMk cId="1431931166" sldId="269"/>
            <ac:cxnSpMk id="13" creationId="{98E76A49-8FFF-DF37-7C56-14E7E966B9F7}"/>
          </ac:cxnSpMkLst>
        </pc:cxnChg>
        <pc:cxnChg chg="add">
          <ac:chgData name="Prosenjit Chatterjee" userId="141685ed-e8ed-4bc7-aa11-857359c6342d" providerId="ADAL" clId="{2EF4F858-2A3F-49B8-B4C9-47B626CD3B28}" dt="2024-10-16T12:52:25.110" v="57" actId="11529"/>
          <ac:cxnSpMkLst>
            <pc:docMk/>
            <pc:sldMk cId="1431931166" sldId="269"/>
            <ac:cxnSpMk id="15" creationId="{D0A9AA68-DABC-FF16-807B-35D24EE3BEAA}"/>
          </ac:cxnSpMkLst>
        </pc:cxnChg>
        <pc:cxnChg chg="add">
          <ac:chgData name="Prosenjit Chatterjee" userId="141685ed-e8ed-4bc7-aa11-857359c6342d" providerId="ADAL" clId="{2EF4F858-2A3F-49B8-B4C9-47B626CD3B28}" dt="2024-10-16T12:53:11.402" v="72" actId="11529"/>
          <ac:cxnSpMkLst>
            <pc:docMk/>
            <pc:sldMk cId="1431931166" sldId="269"/>
            <ac:cxnSpMk id="18" creationId="{77666A61-2CE9-16B9-BA4C-14CCE578F58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5CCE1-BDC1-D76E-66A5-00D5DDEAA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7CB27-D6E7-1C6E-A62C-F435CBFAE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095A5-3F9E-6470-3C30-0498EB3F3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AF840-8355-4CAD-9522-05A9EAB191A7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B991B-536B-D4FB-594F-BFD7A6CC3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77F90-4B19-B878-8193-80A3C9A8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5092-B179-4A8D-9A7E-FA46E3CF6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52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6B9AE-89E2-9DA4-D8F1-2E94BC3EA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639A1-BE86-0B12-8FA5-3E4126020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6A680-26C9-D404-2DC3-703F5C6AE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AF840-8355-4CAD-9522-05A9EAB191A7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14303-9C84-7AD0-CF47-C570122A5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AA8CE-EA36-E2FD-DCA3-98619D5B9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5092-B179-4A8D-9A7E-FA46E3CF6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7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35077-B1D1-F497-6620-CE486D49F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5A3E4-98EE-2596-1798-F78724478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F9FE3-0511-F85B-724C-0E812D1C9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AF840-8355-4CAD-9522-05A9EAB191A7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C3650-637A-B844-F74A-2CDC2E156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D787E-DF5F-D715-1B4C-D5307F1F9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5092-B179-4A8D-9A7E-FA46E3CF6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02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D17EC-CE32-46A9-DCF0-BD0E6F697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0AFA0-4FAB-7A75-BD70-F56890B05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60F85B-3C5C-F878-541A-09B38E00E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51F29-CBC4-0FF6-8406-A3F122189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AF840-8355-4CAD-9522-05A9EAB191A7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A8E6A-466F-59EF-8C59-FD9BA4F5C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787C6-4953-22EC-8C45-E3A27B426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5092-B179-4A8D-9A7E-FA46E3CF6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712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98A4E-0701-1303-1AC6-4EFAACDF8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9BF2F-5097-71B8-B1AF-0506248BF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34BDB-6585-CADD-208D-2E651BE2A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41AE5E-E85E-E39A-B7FE-8FF90300FB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C5C877-28B4-807F-6A3D-45F9DBF483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4B0A2A-1B3F-AA95-D529-6D5835D47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AF840-8355-4CAD-9522-05A9EAB191A7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6EA74A-4C2F-2DE4-777F-0ACBD289E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D0101A-D422-05C7-7CBC-CE3110832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5092-B179-4A8D-9A7E-FA46E3CF6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07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408D3-949B-77B0-4FB3-040FDEE15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7C4A3-1B46-F689-AE71-92AEF1461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AF840-8355-4CAD-9522-05A9EAB191A7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4613CC-3A1B-397A-414F-9E24136FE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E9460-0035-B3D3-A01E-77269F324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5092-B179-4A8D-9A7E-FA46E3CF6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21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103BCC-1F9F-AC9C-35E3-AC1EFB05F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AF840-8355-4CAD-9522-05A9EAB191A7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C44FD1-FDD8-DE49-D0F9-027C282F6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62A0C-A22B-FED9-D0FB-BEC98D2E9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5092-B179-4A8D-9A7E-FA46E3CF6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085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7CBC-528C-CEF2-ABF7-3E1578D91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00D6E-9211-B1B3-8AAA-6B27DA5F6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C7EB6B-C593-E68D-3CE7-82D59B105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4644B-2860-942B-D603-DE9458C6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AF840-8355-4CAD-9522-05A9EAB191A7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7C6E9-F25F-BC88-7D23-AF534E4F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65A1D-21C3-73BC-8A7B-2DC968B14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5092-B179-4A8D-9A7E-FA46E3CF6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24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36666-832C-E1E9-977F-C38DEBFE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9104EC-8AB0-3029-80D7-9469EDCF1E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46EF75-CBE9-42E6-3EEB-8800B5F35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EBA9D-35FB-B72C-C500-4BB7B83CD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AF840-8355-4CAD-9522-05A9EAB191A7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C2CF3-C883-2A64-8B0A-59A0753A4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9D2E4-0126-1DED-C940-2E1C45DC2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5092-B179-4A8D-9A7E-FA46E3CF6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42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E145C-359D-BF02-8E39-7CCF76F20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33692C-AEFD-13E5-6D5F-3018DBBF5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D7A93-2927-D01E-53C7-62515DB6D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AF840-8355-4CAD-9522-05A9EAB191A7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11458-3EE4-7160-3809-0A7863BB4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AFDC1-7DCB-56FF-369C-895EE2324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5092-B179-4A8D-9A7E-FA46E3CF6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5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B7EB73-E146-2F95-A372-95E07D0640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58D559-DAD0-66F3-1119-8CAD56E98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C77E9-8DDD-54DC-E893-1A971B6C0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AF840-8355-4CAD-9522-05A9EAB191A7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2E84D-48B1-59E7-6223-F8C77E27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94DF7-4AEA-1F1D-314C-CBDF79929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5092-B179-4A8D-9A7E-FA46E3CF6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33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A1AADB-9693-3731-0863-DD94C83B0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00A65-1448-FB0F-01C5-3892B0048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0DD9E-19B4-4190-D59D-577A66E5C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AF840-8355-4CAD-9522-05A9EAB191A7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996BE-2FCC-B671-F642-2FD9F390E8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A0EC0-8A58-7C47-B8C3-5DB69DDB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25092-B179-4A8D-9A7E-FA46E3CF6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23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345B6-8E37-F7AA-899F-B41E946F49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OOP Design Pattern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F76DB-2B03-3A4D-4D99-92B621DEF1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Prosenjit Chatterjee</a:t>
            </a:r>
          </a:p>
        </p:txBody>
      </p:sp>
    </p:spTree>
    <p:extLst>
      <p:ext uri="{BB962C8B-B14F-4D97-AF65-F5344CB8AC3E}">
        <p14:creationId xmlns:p14="http://schemas.microsoft.com/office/powerpoint/2010/main" val="3287972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47621-5444-60D9-2C80-FF453D466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OOP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17E2C-D783-3A33-7CB7-AE98F1CBF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Object-oriented programming (OOP) design patterns are reusable solutions to common problems that occur in software design. They provide a template or guideline for structuring code to address specific issues in a flexible and maintainable way.</a:t>
            </a:r>
          </a:p>
        </p:txBody>
      </p:sp>
    </p:spTree>
    <p:extLst>
      <p:ext uri="{BB962C8B-B14F-4D97-AF65-F5344CB8AC3E}">
        <p14:creationId xmlns:p14="http://schemas.microsoft.com/office/powerpoint/2010/main" val="369278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4A85-49D8-E372-62DB-68EDA7059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Commonly Used OOP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234A4-7FF7-D20E-BF05-E571D57E3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Singleton Pattern: Ensures that a class has only one instance and provides a global point of access to that instance.</a:t>
            </a:r>
          </a:p>
          <a:p>
            <a:endParaRPr lang="en-US" dirty="0"/>
          </a:p>
          <a:p>
            <a:r>
              <a:rPr lang="en-US" dirty="0"/>
              <a:t>Factory Pattern: Defines an interface for creating objects, but allows subclasses to alter the type of objects that will be created.</a:t>
            </a:r>
          </a:p>
          <a:p>
            <a:endParaRPr lang="en-US" dirty="0"/>
          </a:p>
          <a:p>
            <a:r>
              <a:rPr lang="en-US" dirty="0"/>
              <a:t>Abstract Factory Pattern: Provides an interface for creating families of related or dependent objects without specifying their concrete classes.</a:t>
            </a:r>
          </a:p>
          <a:p>
            <a:endParaRPr lang="en-US" dirty="0"/>
          </a:p>
          <a:p>
            <a:r>
              <a:rPr lang="en-US" dirty="0"/>
              <a:t>Builder Pattern: Separates the construction of a complex object from its representation, allowing the same construction process to create different representations.</a:t>
            </a:r>
          </a:p>
          <a:p>
            <a:endParaRPr lang="en-US" dirty="0"/>
          </a:p>
          <a:p>
            <a:r>
              <a:rPr lang="en-US" dirty="0"/>
              <a:t>Prototype Pattern: Creates new objects by copying an existing object, known as a prototype, rather than creating new instances from scratch.</a:t>
            </a:r>
          </a:p>
        </p:txBody>
      </p:sp>
    </p:spTree>
    <p:extLst>
      <p:ext uri="{BB962C8B-B14F-4D97-AF65-F5344CB8AC3E}">
        <p14:creationId xmlns:p14="http://schemas.microsoft.com/office/powerpoint/2010/main" val="3842577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4A85-49D8-E372-62DB-68EDA7059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Commonly Used OOP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234A4-7FF7-D20E-BF05-E571D57E3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Adapter Pattern: Allows incompatible interfaces to work together by wrapping an existing class with a new interface.</a:t>
            </a:r>
          </a:p>
          <a:p>
            <a:endParaRPr lang="en-US" dirty="0"/>
          </a:p>
          <a:p>
            <a:r>
              <a:rPr lang="en-US" dirty="0"/>
              <a:t>Decorator Pattern: Attaches additional responsibilities to an object dynamically, providing a flexible alternative to subclassing for extending functionality.</a:t>
            </a:r>
          </a:p>
          <a:p>
            <a:endParaRPr lang="en-US" dirty="0"/>
          </a:p>
          <a:p>
            <a:r>
              <a:rPr lang="en-US" dirty="0"/>
              <a:t>Proxy Pattern: Provides a placeholder for another object to control access to it, typically to add additional behavior such as lazy initialization or access control.</a:t>
            </a:r>
          </a:p>
          <a:p>
            <a:endParaRPr lang="en-US" dirty="0"/>
          </a:p>
          <a:p>
            <a:r>
              <a:rPr lang="en-US" dirty="0"/>
              <a:t>Observer Pattern: Defines a one-to-many dependency between objects so that when one object changes state, all its dependents are notified and updated automatically.</a:t>
            </a:r>
          </a:p>
          <a:p>
            <a:endParaRPr lang="en-US" dirty="0"/>
          </a:p>
          <a:p>
            <a:r>
              <a:rPr lang="en-US" dirty="0"/>
              <a:t>Strategy Pattern: Defines a family of algorithms, encapsulates each one, and makes them interchangeable. It allows the algorithm to vary independently from clients that use it.</a:t>
            </a:r>
          </a:p>
        </p:txBody>
      </p:sp>
    </p:spTree>
    <p:extLst>
      <p:ext uri="{BB962C8B-B14F-4D97-AF65-F5344CB8AC3E}">
        <p14:creationId xmlns:p14="http://schemas.microsoft.com/office/powerpoint/2010/main" val="1848595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4A85-49D8-E372-62DB-68EDA7059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Commonly Used OOP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234A4-7FF7-D20E-BF05-E571D57E3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998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Command Pattern: Encapsulates a request as an object, thereby allowing parameterization of clients with queues, requests, and operations.</a:t>
            </a:r>
          </a:p>
          <a:p>
            <a:endParaRPr lang="en-US" dirty="0"/>
          </a:p>
          <a:p>
            <a:r>
              <a:rPr lang="en-US" dirty="0"/>
              <a:t>State Pattern: Allows an object to alter its behavior when its internal state changes. The object will appear to change its class.</a:t>
            </a:r>
          </a:p>
          <a:p>
            <a:endParaRPr lang="en-US" dirty="0"/>
          </a:p>
          <a:p>
            <a:r>
              <a:rPr lang="en-US" dirty="0"/>
              <a:t>Template Method Pattern: Defines the skeleton of an algorithm in the superclass but lets subclasses override specific steps of the algorithm without changing its structure.</a:t>
            </a:r>
          </a:p>
          <a:p>
            <a:endParaRPr lang="en-US" dirty="0"/>
          </a:p>
          <a:p>
            <a:r>
              <a:rPr lang="en-US" dirty="0"/>
              <a:t>Composite Pattern: Composes objects into tree structures to represent part-whole hierarchies. It allows clients to treat individual objects and compositions of objects uniformly.</a:t>
            </a:r>
          </a:p>
          <a:p>
            <a:endParaRPr lang="en-US" dirty="0"/>
          </a:p>
          <a:p>
            <a:r>
              <a:rPr lang="en-US" dirty="0"/>
              <a:t>Iterator Pattern: Provides a way to access the elements of an aggregate object sequentially without exposing its underlying representation.</a:t>
            </a:r>
          </a:p>
          <a:p>
            <a:endParaRPr lang="en-US" dirty="0"/>
          </a:p>
          <a:p>
            <a:r>
              <a:rPr lang="en-US" dirty="0"/>
              <a:t>Visitor Pattern: Separates an algorithm from an object structure by moving the hierarchy of methods from the object structure into a separate visitor class.</a:t>
            </a:r>
          </a:p>
        </p:txBody>
      </p:sp>
    </p:spTree>
    <p:extLst>
      <p:ext uri="{BB962C8B-B14F-4D97-AF65-F5344CB8AC3E}">
        <p14:creationId xmlns:p14="http://schemas.microsoft.com/office/powerpoint/2010/main" val="862617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35172-5F4C-1D28-D72C-15DA6BCBB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AAA12E-6E11-A5B0-A897-FC88112F6BA0}"/>
              </a:ext>
            </a:extLst>
          </p:cNvPr>
          <p:cNvSpPr/>
          <p:nvPr/>
        </p:nvSpPr>
        <p:spPr>
          <a:xfrm>
            <a:off x="1446028" y="2503967"/>
            <a:ext cx="1967023" cy="7176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Creational Patterns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D70BC4-0CDD-DA5B-9B7C-2E7C4F73D24E}"/>
              </a:ext>
            </a:extLst>
          </p:cNvPr>
          <p:cNvSpPr/>
          <p:nvPr/>
        </p:nvSpPr>
        <p:spPr>
          <a:xfrm>
            <a:off x="3879112" y="2503967"/>
            <a:ext cx="1967023" cy="7176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Structural Patterns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B5950C-E034-E91B-E768-A2735D9F615F}"/>
              </a:ext>
            </a:extLst>
          </p:cNvPr>
          <p:cNvSpPr/>
          <p:nvPr/>
        </p:nvSpPr>
        <p:spPr>
          <a:xfrm>
            <a:off x="6345867" y="2503967"/>
            <a:ext cx="2144231" cy="7176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Behavioral Patterns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17BBE5-BB87-1583-ADF4-B4A736ABE515}"/>
              </a:ext>
            </a:extLst>
          </p:cNvPr>
          <p:cNvSpPr/>
          <p:nvPr/>
        </p:nvSpPr>
        <p:spPr>
          <a:xfrm>
            <a:off x="3879112" y="891362"/>
            <a:ext cx="1967023" cy="7176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OOD Patterns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CAA3C0F-BA90-9BB2-9CC6-E7619FB1E5A2}"/>
              </a:ext>
            </a:extLst>
          </p:cNvPr>
          <p:cNvCxnSpPr>
            <a:stCxn id="9" idx="2"/>
            <a:endCxn id="4" idx="0"/>
          </p:cNvCxnSpPr>
          <p:nvPr/>
        </p:nvCxnSpPr>
        <p:spPr>
          <a:xfrm flipH="1">
            <a:off x="2429540" y="1609060"/>
            <a:ext cx="2433084" cy="894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E76A49-8FFF-DF37-7C56-14E7E966B9F7}"/>
              </a:ext>
            </a:extLst>
          </p:cNvPr>
          <p:cNvCxnSpPr>
            <a:stCxn id="9" idx="2"/>
            <a:endCxn id="7" idx="0"/>
          </p:cNvCxnSpPr>
          <p:nvPr/>
        </p:nvCxnSpPr>
        <p:spPr>
          <a:xfrm>
            <a:off x="4862624" y="1609060"/>
            <a:ext cx="0" cy="894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0A9AA68-DABC-FF16-807B-35D24EE3BEAA}"/>
              </a:ext>
            </a:extLst>
          </p:cNvPr>
          <p:cNvCxnSpPr>
            <a:stCxn id="9" idx="2"/>
            <a:endCxn id="8" idx="0"/>
          </p:cNvCxnSpPr>
          <p:nvPr/>
        </p:nvCxnSpPr>
        <p:spPr>
          <a:xfrm>
            <a:off x="4862624" y="1609060"/>
            <a:ext cx="2555359" cy="894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45638BD-1A65-CE59-9829-6B992907E573}"/>
              </a:ext>
            </a:extLst>
          </p:cNvPr>
          <p:cNvSpPr/>
          <p:nvPr/>
        </p:nvSpPr>
        <p:spPr>
          <a:xfrm>
            <a:off x="8989830" y="2503967"/>
            <a:ext cx="2363970" cy="7176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Concurrency Patterns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7666A61-2CE9-16B9-BA4C-14CCE578F581}"/>
              </a:ext>
            </a:extLst>
          </p:cNvPr>
          <p:cNvCxnSpPr>
            <a:stCxn id="9" idx="2"/>
            <a:endCxn id="16" idx="0"/>
          </p:cNvCxnSpPr>
          <p:nvPr/>
        </p:nvCxnSpPr>
        <p:spPr>
          <a:xfrm>
            <a:off x="4862624" y="1609060"/>
            <a:ext cx="5309191" cy="894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9BE5A3C-0B91-B0BD-19F7-732E839EF113}"/>
              </a:ext>
            </a:extLst>
          </p:cNvPr>
          <p:cNvSpPr txBox="1"/>
          <p:nvPr/>
        </p:nvSpPr>
        <p:spPr>
          <a:xfrm>
            <a:off x="1499854" y="4525483"/>
            <a:ext cx="1859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Singleton Pattern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108590-333D-ABC5-51CB-B5B9300A10D6}"/>
              </a:ext>
            </a:extLst>
          </p:cNvPr>
          <p:cNvSpPr txBox="1"/>
          <p:nvPr/>
        </p:nvSpPr>
        <p:spPr>
          <a:xfrm>
            <a:off x="1446028" y="3286237"/>
            <a:ext cx="21273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These patterns deal with object creation mechanisms.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6C759F-56FE-5DDE-DB8B-AE6DD86E492D}"/>
              </a:ext>
            </a:extLst>
          </p:cNvPr>
          <p:cNvSpPr txBox="1"/>
          <p:nvPr/>
        </p:nvSpPr>
        <p:spPr>
          <a:xfrm>
            <a:off x="1499854" y="4857349"/>
            <a:ext cx="17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Factory Pattern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E5E882-734D-F926-229B-6BB83CC507C4}"/>
              </a:ext>
            </a:extLst>
          </p:cNvPr>
          <p:cNvSpPr txBox="1"/>
          <p:nvPr/>
        </p:nvSpPr>
        <p:spPr>
          <a:xfrm>
            <a:off x="1497420" y="5162757"/>
            <a:ext cx="1798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Builder Pattern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63BD3C-4CC1-E7C2-A0C0-633985051D14}"/>
              </a:ext>
            </a:extLst>
          </p:cNvPr>
          <p:cNvSpPr txBox="1"/>
          <p:nvPr/>
        </p:nvSpPr>
        <p:spPr>
          <a:xfrm>
            <a:off x="3879112" y="3286237"/>
            <a:ext cx="19670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/>
              <a:t>These patterns deal with object composition, making it easier to structure complex relationships between objects.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D1CE05-360A-55FA-D6A5-6F2B41E66F82}"/>
              </a:ext>
            </a:extLst>
          </p:cNvPr>
          <p:cNvSpPr txBox="1"/>
          <p:nvPr/>
        </p:nvSpPr>
        <p:spPr>
          <a:xfrm>
            <a:off x="1312012" y="4201592"/>
            <a:ext cx="1859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FF2AE0-8C51-C0F0-1398-12BCF270492F}"/>
              </a:ext>
            </a:extLst>
          </p:cNvPr>
          <p:cNvSpPr txBox="1"/>
          <p:nvPr/>
        </p:nvSpPr>
        <p:spPr>
          <a:xfrm>
            <a:off x="3944236" y="4508056"/>
            <a:ext cx="1901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Adapter Pattern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C71AE0-41E6-5CC3-A296-F138F366F184}"/>
              </a:ext>
            </a:extLst>
          </p:cNvPr>
          <p:cNvSpPr txBox="1"/>
          <p:nvPr/>
        </p:nvSpPr>
        <p:spPr>
          <a:xfrm>
            <a:off x="3646082" y="4209567"/>
            <a:ext cx="1859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16D8F3C-DBE7-0852-1D15-CD2525D4932A}"/>
              </a:ext>
            </a:extLst>
          </p:cNvPr>
          <p:cNvSpPr txBox="1"/>
          <p:nvPr/>
        </p:nvSpPr>
        <p:spPr>
          <a:xfrm>
            <a:off x="3944236" y="4813286"/>
            <a:ext cx="1901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Decorator Pattern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BFE82A-8209-5164-F42E-EDCC34DA040E}"/>
              </a:ext>
            </a:extLst>
          </p:cNvPr>
          <p:cNvSpPr txBox="1"/>
          <p:nvPr/>
        </p:nvSpPr>
        <p:spPr>
          <a:xfrm>
            <a:off x="3944236" y="5118516"/>
            <a:ext cx="1798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Facade Pattern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B74C7F-CF87-FA1F-89D4-AC8D2CD0F7B8}"/>
              </a:ext>
            </a:extLst>
          </p:cNvPr>
          <p:cNvSpPr txBox="1"/>
          <p:nvPr/>
        </p:nvSpPr>
        <p:spPr>
          <a:xfrm>
            <a:off x="6345867" y="3286237"/>
            <a:ext cx="2206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These patterns focus on communication between objects.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601AEE-ED12-0A02-2060-E2A11219D136}"/>
              </a:ext>
            </a:extLst>
          </p:cNvPr>
          <p:cNvSpPr txBox="1"/>
          <p:nvPr/>
        </p:nvSpPr>
        <p:spPr>
          <a:xfrm>
            <a:off x="6345867" y="4201592"/>
            <a:ext cx="1859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Ex: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035CC7-E5B7-B5CC-CC2E-F364D059A768}"/>
              </a:ext>
            </a:extLst>
          </p:cNvPr>
          <p:cNvSpPr txBox="1"/>
          <p:nvPr/>
        </p:nvSpPr>
        <p:spPr>
          <a:xfrm>
            <a:off x="6429378" y="4505547"/>
            <a:ext cx="1901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Observer Pattern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CAD8D5-AD46-B6F2-AD0E-CA407518AC6C}"/>
              </a:ext>
            </a:extLst>
          </p:cNvPr>
          <p:cNvSpPr txBox="1"/>
          <p:nvPr/>
        </p:nvSpPr>
        <p:spPr>
          <a:xfrm>
            <a:off x="6454869" y="4809502"/>
            <a:ext cx="1959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Strategy Pattern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C9B46A-C4BD-B5B1-FC49-9EAD5457EE88}"/>
              </a:ext>
            </a:extLst>
          </p:cNvPr>
          <p:cNvSpPr txBox="1"/>
          <p:nvPr/>
        </p:nvSpPr>
        <p:spPr>
          <a:xfrm>
            <a:off x="8989830" y="3185929"/>
            <a:ext cx="2512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These patterns are focused on multi-threading and parallelism.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3C3AD9-A2F4-67DB-4ADD-B18DAEF8FA3D}"/>
              </a:ext>
            </a:extLst>
          </p:cNvPr>
          <p:cNvSpPr txBox="1"/>
          <p:nvPr/>
        </p:nvSpPr>
        <p:spPr>
          <a:xfrm>
            <a:off x="8989830" y="4218850"/>
            <a:ext cx="1859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Ex: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1CE146D-63BF-4CEF-5259-FDC570422AAB}"/>
              </a:ext>
            </a:extLst>
          </p:cNvPr>
          <p:cNvSpPr txBox="1"/>
          <p:nvPr/>
        </p:nvSpPr>
        <p:spPr>
          <a:xfrm>
            <a:off x="8999517" y="4539606"/>
            <a:ext cx="2865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Producer-Consumer Pattern</a:t>
            </a:r>
          </a:p>
        </p:txBody>
      </p:sp>
    </p:spTree>
    <p:extLst>
      <p:ext uri="{BB962C8B-B14F-4D97-AF65-F5344CB8AC3E}">
        <p14:creationId xmlns:p14="http://schemas.microsoft.com/office/powerpoint/2010/main" val="1431931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A83DB-1BC6-F244-3904-9C99363B3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Singleton Pattern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DDA17-7F04-3D35-DE90-5615A3A90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Singleton Pattern ensures that a class has only one instance and provides a global point of access to that instance. This is useful when you want to ensure there's only one instance of a class in your application, such as a logger, configuration manager, or database connection pool. It's implemented by providing a static method that returns the same instance of the class every time it's called.</a:t>
            </a:r>
          </a:p>
        </p:txBody>
      </p:sp>
    </p:spTree>
    <p:extLst>
      <p:ext uri="{BB962C8B-B14F-4D97-AF65-F5344CB8AC3E}">
        <p14:creationId xmlns:p14="http://schemas.microsoft.com/office/powerpoint/2010/main" val="941528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CB3F8-FA04-D1CD-CB3F-AF41B2837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Singleton Pattern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7B6689-F639-94B9-72C0-D54D62FF3FBC}"/>
              </a:ext>
            </a:extLst>
          </p:cNvPr>
          <p:cNvSpPr txBox="1"/>
          <p:nvPr/>
        </p:nvSpPr>
        <p:spPr>
          <a:xfrm>
            <a:off x="1681273" y="1922030"/>
            <a:ext cx="609511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Singleton:</a:t>
            </a:r>
          </a:p>
          <a:p>
            <a:r>
              <a:rPr lang="en-US" dirty="0"/>
              <a:t>    _instance = None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@staticmethod</a:t>
            </a:r>
          </a:p>
          <a:p>
            <a:r>
              <a:rPr lang="en-US" dirty="0"/>
              <a:t>    def </a:t>
            </a:r>
            <a:r>
              <a:rPr lang="en-US" dirty="0" err="1"/>
              <a:t>get_instance</a:t>
            </a:r>
            <a:r>
              <a:rPr lang="en-US" dirty="0"/>
              <a:t>():</a:t>
            </a:r>
          </a:p>
          <a:p>
            <a:r>
              <a:rPr lang="en-US" dirty="0"/>
              <a:t>        if </a:t>
            </a:r>
            <a:r>
              <a:rPr lang="en-US" dirty="0" err="1"/>
              <a:t>Singleton._instance</a:t>
            </a:r>
            <a:r>
              <a:rPr lang="en-US" dirty="0"/>
              <a:t> is None:</a:t>
            </a:r>
          </a:p>
          <a:p>
            <a:r>
              <a:rPr lang="en-US" dirty="0"/>
              <a:t>            </a:t>
            </a:r>
            <a:r>
              <a:rPr lang="en-US" dirty="0" err="1"/>
              <a:t>Singleton._instance</a:t>
            </a:r>
            <a:r>
              <a:rPr lang="en-US" dirty="0"/>
              <a:t> = Singleton()</a:t>
            </a:r>
          </a:p>
          <a:p>
            <a:r>
              <a:rPr lang="en-US" dirty="0"/>
              <a:t>        return </a:t>
            </a:r>
            <a:r>
              <a:rPr lang="en-US" dirty="0" err="1"/>
              <a:t>Singleton._instance</a:t>
            </a:r>
            <a:endParaRPr lang="en-US" dirty="0"/>
          </a:p>
          <a:p>
            <a:endParaRPr lang="en-US" dirty="0"/>
          </a:p>
          <a:p>
            <a:r>
              <a:rPr lang="en-US" dirty="0"/>
              <a:t># Usage</a:t>
            </a:r>
          </a:p>
          <a:p>
            <a:r>
              <a:rPr lang="en-US" dirty="0"/>
              <a:t>singleton_instance1 = </a:t>
            </a:r>
            <a:r>
              <a:rPr lang="en-US" dirty="0" err="1"/>
              <a:t>Singleton.get_instance</a:t>
            </a:r>
            <a:r>
              <a:rPr lang="en-US" dirty="0"/>
              <a:t>()</a:t>
            </a:r>
          </a:p>
          <a:p>
            <a:r>
              <a:rPr lang="en-US" dirty="0"/>
              <a:t>singleton_instance2 = </a:t>
            </a:r>
            <a:r>
              <a:rPr lang="en-US" dirty="0" err="1"/>
              <a:t>Singleton.get_instance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print(singleton_instance1 is singleton_instance2)  # Output: 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219C1B-C8E4-4D28-013D-5DA2218DF60C}"/>
              </a:ext>
            </a:extLst>
          </p:cNvPr>
          <p:cNvSpPr txBox="1"/>
          <p:nvPr/>
        </p:nvSpPr>
        <p:spPr>
          <a:xfrm>
            <a:off x="7501269" y="2271180"/>
            <a:ext cx="40563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 this example, the Singleton class ensures that only one instance is created throughout the lifetime of the program.</a:t>
            </a:r>
          </a:p>
        </p:txBody>
      </p:sp>
    </p:spTree>
    <p:extLst>
      <p:ext uri="{BB962C8B-B14F-4D97-AF65-F5344CB8AC3E}">
        <p14:creationId xmlns:p14="http://schemas.microsoft.com/office/powerpoint/2010/main" val="3741439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44827-0C6F-054B-D297-D891BAC8F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Factory Pattern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94A5A-B159-F39F-D66C-59F958263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Factory Pattern defines an interface for creating objects, but allows subclasses to alter the type of objects that will be created. It's useful when you have a class that can't anticipate the class of objects it needs to create. Instead of directly instantiating objects, the class delegates this responsibility to a factory object which creates the appropriate instances based on specific conditions or parameters. This promotes loose coupling between the client code and the created objects.</a:t>
            </a:r>
          </a:p>
        </p:txBody>
      </p:sp>
    </p:spTree>
    <p:extLst>
      <p:ext uri="{BB962C8B-B14F-4D97-AF65-F5344CB8AC3E}">
        <p14:creationId xmlns:p14="http://schemas.microsoft.com/office/powerpoint/2010/main" val="3210925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510F5-9FD2-632F-37D2-6794F3183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Factory Pattern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E5F1EC-EAF8-D824-9BFD-8896FBACB8A4}"/>
              </a:ext>
            </a:extLst>
          </p:cNvPr>
          <p:cNvSpPr txBox="1"/>
          <p:nvPr/>
        </p:nvSpPr>
        <p:spPr>
          <a:xfrm>
            <a:off x="785037" y="1492309"/>
            <a:ext cx="391145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abc</a:t>
            </a:r>
            <a:r>
              <a:rPr lang="en-US" dirty="0"/>
              <a:t> import ABC, </a:t>
            </a:r>
            <a:r>
              <a:rPr lang="en-US" dirty="0" err="1"/>
              <a:t>abstractmethod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Shape(ABC):</a:t>
            </a:r>
          </a:p>
          <a:p>
            <a:r>
              <a:rPr lang="en-US" dirty="0"/>
              <a:t>    @abstractmethod</a:t>
            </a:r>
          </a:p>
          <a:p>
            <a:r>
              <a:rPr lang="en-US" dirty="0"/>
              <a:t>    def draw(self):</a:t>
            </a:r>
          </a:p>
          <a:p>
            <a:r>
              <a:rPr lang="en-US" dirty="0"/>
              <a:t>        pass</a:t>
            </a:r>
          </a:p>
          <a:p>
            <a:endParaRPr lang="en-US" dirty="0"/>
          </a:p>
          <a:p>
            <a:r>
              <a:rPr lang="en-US" dirty="0"/>
              <a:t>class Circle(Shape):</a:t>
            </a:r>
          </a:p>
          <a:p>
            <a:r>
              <a:rPr lang="en-US" dirty="0"/>
              <a:t>    def draw(self):</a:t>
            </a:r>
          </a:p>
          <a:p>
            <a:r>
              <a:rPr lang="en-US" dirty="0"/>
              <a:t>        print("Drawing Circle")</a:t>
            </a:r>
          </a:p>
          <a:p>
            <a:endParaRPr lang="en-US" dirty="0"/>
          </a:p>
          <a:p>
            <a:r>
              <a:rPr lang="en-US" dirty="0"/>
              <a:t>class Square(Shape):</a:t>
            </a:r>
          </a:p>
          <a:p>
            <a:r>
              <a:rPr lang="en-US" dirty="0"/>
              <a:t>    def draw(self):</a:t>
            </a:r>
          </a:p>
          <a:p>
            <a:r>
              <a:rPr lang="en-US" dirty="0"/>
              <a:t>        print("Drawing Square")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08D7D6-3B5A-BA16-19FC-75B3E3F41AA3}"/>
              </a:ext>
            </a:extLst>
          </p:cNvPr>
          <p:cNvSpPr txBox="1"/>
          <p:nvPr/>
        </p:nvSpPr>
        <p:spPr>
          <a:xfrm>
            <a:off x="6620097" y="1968560"/>
            <a:ext cx="60951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</a:t>
            </a:r>
            <a:r>
              <a:rPr lang="en-US" dirty="0" err="1"/>
              <a:t>ShapeFactory</a:t>
            </a:r>
            <a:r>
              <a:rPr lang="en-US" dirty="0"/>
              <a:t>:</a:t>
            </a:r>
          </a:p>
          <a:p>
            <a:r>
              <a:rPr lang="en-US" dirty="0"/>
              <a:t>    @staticmethod</a:t>
            </a:r>
          </a:p>
          <a:p>
            <a:r>
              <a:rPr lang="en-US" dirty="0"/>
              <a:t>    def </a:t>
            </a:r>
            <a:r>
              <a:rPr lang="en-US" dirty="0" err="1"/>
              <a:t>create_shape</a:t>
            </a:r>
            <a:r>
              <a:rPr lang="en-US" dirty="0"/>
              <a:t>(</a:t>
            </a:r>
            <a:r>
              <a:rPr lang="en-US" dirty="0" err="1"/>
              <a:t>shape_type</a:t>
            </a:r>
            <a:r>
              <a:rPr lang="en-US" dirty="0"/>
              <a:t>):</a:t>
            </a:r>
          </a:p>
          <a:p>
            <a:r>
              <a:rPr lang="en-US" dirty="0"/>
              <a:t>        if </a:t>
            </a:r>
            <a:r>
              <a:rPr lang="en-US" dirty="0" err="1"/>
              <a:t>shape_type</a:t>
            </a:r>
            <a:r>
              <a:rPr lang="en-US" dirty="0"/>
              <a:t> == "Circle":</a:t>
            </a:r>
          </a:p>
          <a:p>
            <a:r>
              <a:rPr lang="en-US" dirty="0"/>
              <a:t>            return Circle()</a:t>
            </a:r>
          </a:p>
          <a:p>
            <a:r>
              <a:rPr lang="en-US" dirty="0"/>
              <a:t>    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shape_type</a:t>
            </a:r>
            <a:r>
              <a:rPr lang="en-US" dirty="0"/>
              <a:t> == "Square":</a:t>
            </a:r>
          </a:p>
          <a:p>
            <a:r>
              <a:rPr lang="en-US" dirty="0"/>
              <a:t>            return Square()</a:t>
            </a:r>
          </a:p>
          <a:p>
            <a:r>
              <a:rPr lang="en-US" dirty="0"/>
              <a:t>        else:</a:t>
            </a:r>
          </a:p>
          <a:p>
            <a:r>
              <a:rPr lang="en-US" dirty="0"/>
              <a:t>            return None</a:t>
            </a:r>
          </a:p>
          <a:p>
            <a:endParaRPr lang="en-US" dirty="0"/>
          </a:p>
          <a:p>
            <a:r>
              <a:rPr lang="en-US" dirty="0"/>
              <a:t># Usage</a:t>
            </a:r>
          </a:p>
          <a:p>
            <a:r>
              <a:rPr lang="en-US" dirty="0"/>
              <a:t>circle = </a:t>
            </a:r>
            <a:r>
              <a:rPr lang="en-US" dirty="0" err="1"/>
              <a:t>ShapeFactory.create_shape</a:t>
            </a:r>
            <a:r>
              <a:rPr lang="en-US" dirty="0"/>
              <a:t>("Circle")</a:t>
            </a:r>
          </a:p>
          <a:p>
            <a:r>
              <a:rPr lang="en-US" dirty="0"/>
              <a:t>square = </a:t>
            </a:r>
            <a:r>
              <a:rPr lang="en-US" dirty="0" err="1"/>
              <a:t>ShapeFactory.create_shape</a:t>
            </a:r>
            <a:r>
              <a:rPr lang="en-US" dirty="0"/>
              <a:t>("Square")</a:t>
            </a:r>
          </a:p>
          <a:p>
            <a:endParaRPr lang="en-US" dirty="0"/>
          </a:p>
          <a:p>
            <a:r>
              <a:rPr lang="en-US" dirty="0" err="1"/>
              <a:t>circle.draw</a:t>
            </a:r>
            <a:r>
              <a:rPr lang="en-US" dirty="0"/>
              <a:t>()  # Output: Drawing Circle</a:t>
            </a:r>
          </a:p>
          <a:p>
            <a:r>
              <a:rPr lang="en-US" dirty="0" err="1"/>
              <a:t>square.draw</a:t>
            </a:r>
            <a:r>
              <a:rPr lang="en-US" dirty="0"/>
              <a:t>()  # Output: Drawing Square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85405A-CEC8-C666-D67E-1715B99746BB}"/>
              </a:ext>
            </a:extLst>
          </p:cNvPr>
          <p:cNvSpPr txBox="1"/>
          <p:nvPr/>
        </p:nvSpPr>
        <p:spPr>
          <a:xfrm>
            <a:off x="5640573" y="704740"/>
            <a:ext cx="47793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this example, the </a:t>
            </a:r>
            <a:r>
              <a:rPr lang="en-US" b="1" dirty="0" err="1"/>
              <a:t>ShapeFactory</a:t>
            </a:r>
            <a:r>
              <a:rPr lang="en-US" dirty="0"/>
              <a:t> class creates different shapes based on the provided type.</a:t>
            </a:r>
          </a:p>
        </p:txBody>
      </p:sp>
    </p:spTree>
    <p:extLst>
      <p:ext uri="{BB962C8B-B14F-4D97-AF65-F5344CB8AC3E}">
        <p14:creationId xmlns:p14="http://schemas.microsoft.com/office/powerpoint/2010/main" val="371582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4574-B634-8D11-FC26-B116B1A82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Abstract Factory Pattern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DBB57-8863-E0C3-7413-F8524D372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Abstract Factory Pattern provides an interface for creating families of related or dependent objects without specifying their concrete classes.</a:t>
            </a:r>
          </a:p>
        </p:txBody>
      </p:sp>
    </p:spTree>
    <p:extLst>
      <p:ext uri="{BB962C8B-B14F-4D97-AF65-F5344CB8AC3E}">
        <p14:creationId xmlns:p14="http://schemas.microsoft.com/office/powerpoint/2010/main" val="3339149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4574-B634-8D11-FC26-B116B1A82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Abstract Factory Pattern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88AF95-20E8-F043-1381-4EA55807E0A1}"/>
              </a:ext>
            </a:extLst>
          </p:cNvPr>
          <p:cNvSpPr txBox="1"/>
          <p:nvPr/>
        </p:nvSpPr>
        <p:spPr>
          <a:xfrm>
            <a:off x="838200" y="1496175"/>
            <a:ext cx="375728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from </a:t>
            </a:r>
            <a:r>
              <a:rPr lang="en-US" sz="1200" dirty="0" err="1"/>
              <a:t>abc</a:t>
            </a:r>
            <a:r>
              <a:rPr lang="en-US" sz="1200" dirty="0"/>
              <a:t> import ABC, </a:t>
            </a:r>
            <a:r>
              <a:rPr lang="en-US" sz="1200" dirty="0" err="1"/>
              <a:t>abstractmethod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# Abstract Product A</a:t>
            </a:r>
          </a:p>
          <a:p>
            <a:r>
              <a:rPr lang="en-US" sz="1200" dirty="0"/>
              <a:t>class Button(ABC):</a:t>
            </a:r>
          </a:p>
          <a:p>
            <a:r>
              <a:rPr lang="en-US" sz="1200" dirty="0"/>
              <a:t>    @abstractmethod</a:t>
            </a:r>
          </a:p>
          <a:p>
            <a:r>
              <a:rPr lang="en-US" sz="1200" dirty="0"/>
              <a:t>    def paint(self):</a:t>
            </a:r>
          </a:p>
          <a:p>
            <a:r>
              <a:rPr lang="en-US" sz="1200" dirty="0"/>
              <a:t>        pass</a:t>
            </a:r>
          </a:p>
          <a:p>
            <a:endParaRPr lang="en-US" sz="1200" dirty="0"/>
          </a:p>
          <a:p>
            <a:r>
              <a:rPr lang="en-US" sz="1200" dirty="0"/>
              <a:t># Concrete Product A1</a:t>
            </a:r>
          </a:p>
          <a:p>
            <a:r>
              <a:rPr lang="en-US" sz="1200" dirty="0"/>
              <a:t>class </a:t>
            </a:r>
            <a:r>
              <a:rPr lang="en-US" sz="1200" dirty="0" err="1"/>
              <a:t>WinButton</a:t>
            </a:r>
            <a:r>
              <a:rPr lang="en-US" sz="1200" dirty="0"/>
              <a:t>(Button):</a:t>
            </a:r>
          </a:p>
          <a:p>
            <a:r>
              <a:rPr lang="en-US" sz="1200" dirty="0"/>
              <a:t>    def paint(self):</a:t>
            </a:r>
          </a:p>
          <a:p>
            <a:r>
              <a:rPr lang="en-US" sz="1200" dirty="0"/>
              <a:t>        print("Rendering a Windows button")</a:t>
            </a:r>
          </a:p>
          <a:p>
            <a:endParaRPr lang="en-US" sz="1200" dirty="0"/>
          </a:p>
          <a:p>
            <a:r>
              <a:rPr lang="en-US" sz="1200" dirty="0"/>
              <a:t># Concrete Product A2</a:t>
            </a:r>
          </a:p>
          <a:p>
            <a:r>
              <a:rPr lang="en-US" sz="1200" dirty="0"/>
              <a:t>class </a:t>
            </a:r>
            <a:r>
              <a:rPr lang="en-US" sz="1200" dirty="0" err="1"/>
              <a:t>MacButton</a:t>
            </a:r>
            <a:r>
              <a:rPr lang="en-US" sz="1200" dirty="0"/>
              <a:t>(Button):</a:t>
            </a:r>
          </a:p>
          <a:p>
            <a:r>
              <a:rPr lang="en-US" sz="1200" dirty="0"/>
              <a:t>    def paint(self):</a:t>
            </a:r>
          </a:p>
          <a:p>
            <a:r>
              <a:rPr lang="en-US" sz="1200" dirty="0"/>
              <a:t>        print("Rendering a Mac button")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16CB73-B262-3D4E-0601-C212262B6A99}"/>
              </a:ext>
            </a:extLst>
          </p:cNvPr>
          <p:cNvSpPr txBox="1"/>
          <p:nvPr/>
        </p:nvSpPr>
        <p:spPr>
          <a:xfrm>
            <a:off x="873642" y="4803453"/>
            <a:ext cx="393803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# Abstract Product B</a:t>
            </a:r>
          </a:p>
          <a:p>
            <a:r>
              <a:rPr lang="en-US" sz="1200" dirty="0"/>
              <a:t>class </a:t>
            </a:r>
            <a:r>
              <a:rPr lang="en-US" sz="1200" dirty="0" err="1"/>
              <a:t>ScrollBar</a:t>
            </a:r>
            <a:r>
              <a:rPr lang="en-US" sz="1200" dirty="0"/>
              <a:t>(ABC):</a:t>
            </a:r>
          </a:p>
          <a:p>
            <a:r>
              <a:rPr lang="en-US" sz="1200" dirty="0"/>
              <a:t>    @abstractmethod</a:t>
            </a:r>
          </a:p>
          <a:p>
            <a:r>
              <a:rPr lang="en-US" sz="1200" dirty="0"/>
              <a:t>    def paint(self):</a:t>
            </a:r>
          </a:p>
          <a:p>
            <a:r>
              <a:rPr lang="en-US" sz="1200" dirty="0"/>
              <a:t>        pass</a:t>
            </a:r>
          </a:p>
          <a:p>
            <a:endParaRPr lang="en-US" sz="1200" dirty="0"/>
          </a:p>
          <a:p>
            <a:r>
              <a:rPr lang="en-US" sz="1200" dirty="0"/>
              <a:t># Concrete Product B1</a:t>
            </a:r>
          </a:p>
          <a:p>
            <a:r>
              <a:rPr lang="en-US" sz="1200" dirty="0"/>
              <a:t>class </a:t>
            </a:r>
            <a:r>
              <a:rPr lang="en-US" sz="1200" dirty="0" err="1"/>
              <a:t>WinScrollBar</a:t>
            </a:r>
            <a:r>
              <a:rPr lang="en-US" sz="1200" dirty="0"/>
              <a:t>(</a:t>
            </a:r>
            <a:r>
              <a:rPr lang="en-US" sz="1200" dirty="0" err="1"/>
              <a:t>ScrollBar</a:t>
            </a:r>
            <a:r>
              <a:rPr lang="en-US" sz="1200" dirty="0"/>
              <a:t>):</a:t>
            </a:r>
          </a:p>
          <a:p>
            <a:r>
              <a:rPr lang="en-US" sz="1200" dirty="0"/>
              <a:t>    def paint(self):</a:t>
            </a:r>
          </a:p>
          <a:p>
            <a:r>
              <a:rPr lang="en-US" sz="1200" dirty="0"/>
              <a:t>        print("Rendering a Windows scrollbar")</a:t>
            </a:r>
          </a:p>
          <a:p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596B67-555C-5EC4-02E5-D6C775AD3AD3}"/>
              </a:ext>
            </a:extLst>
          </p:cNvPr>
          <p:cNvSpPr txBox="1"/>
          <p:nvPr/>
        </p:nvSpPr>
        <p:spPr>
          <a:xfrm>
            <a:off x="4095750" y="2520008"/>
            <a:ext cx="60951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# Abstract Factory</a:t>
            </a:r>
          </a:p>
          <a:p>
            <a:r>
              <a:rPr lang="en-US" sz="1200" dirty="0"/>
              <a:t>class </a:t>
            </a:r>
            <a:r>
              <a:rPr lang="en-US" sz="1200" dirty="0" err="1"/>
              <a:t>GUIFactory</a:t>
            </a:r>
            <a:r>
              <a:rPr lang="en-US" sz="1200" dirty="0"/>
              <a:t>(ABC):</a:t>
            </a:r>
          </a:p>
          <a:p>
            <a:r>
              <a:rPr lang="en-US" sz="1200" dirty="0"/>
              <a:t>    @abstractmethod</a:t>
            </a:r>
          </a:p>
          <a:p>
            <a:r>
              <a:rPr lang="en-US" sz="1200" dirty="0"/>
              <a:t>    def </a:t>
            </a:r>
            <a:r>
              <a:rPr lang="en-US" sz="1200" dirty="0" err="1"/>
              <a:t>create_button</a:t>
            </a:r>
            <a:r>
              <a:rPr lang="en-US" sz="1200" dirty="0"/>
              <a:t>(self):</a:t>
            </a:r>
          </a:p>
          <a:p>
            <a:r>
              <a:rPr lang="en-US" sz="1200" dirty="0"/>
              <a:t>        pass</a:t>
            </a:r>
          </a:p>
          <a:p>
            <a:r>
              <a:rPr lang="en-US" sz="1200" dirty="0"/>
              <a:t>    </a:t>
            </a:r>
          </a:p>
          <a:p>
            <a:r>
              <a:rPr lang="en-US" sz="1200" dirty="0"/>
              <a:t>    @abstractmethod</a:t>
            </a:r>
          </a:p>
          <a:p>
            <a:r>
              <a:rPr lang="en-US" sz="1200" dirty="0"/>
              <a:t>    def </a:t>
            </a:r>
            <a:r>
              <a:rPr lang="en-US" sz="1200" dirty="0" err="1"/>
              <a:t>create_scrollbar</a:t>
            </a:r>
            <a:r>
              <a:rPr lang="en-US" sz="1200" dirty="0"/>
              <a:t>(self):</a:t>
            </a:r>
          </a:p>
          <a:p>
            <a:r>
              <a:rPr lang="en-US" sz="1200" dirty="0"/>
              <a:t>        pass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763786-7372-D20B-C92E-DB070DC28DC0}"/>
              </a:ext>
            </a:extLst>
          </p:cNvPr>
          <p:cNvSpPr txBox="1"/>
          <p:nvPr/>
        </p:nvSpPr>
        <p:spPr>
          <a:xfrm>
            <a:off x="4095750" y="4410561"/>
            <a:ext cx="684736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# Concrete Factory 1</a:t>
            </a:r>
          </a:p>
          <a:p>
            <a:r>
              <a:rPr lang="en-US" sz="1200" dirty="0"/>
              <a:t>class </a:t>
            </a:r>
            <a:r>
              <a:rPr lang="en-US" sz="1200" dirty="0" err="1"/>
              <a:t>WinFactory</a:t>
            </a:r>
            <a:r>
              <a:rPr lang="en-US" sz="1200" dirty="0"/>
              <a:t>(</a:t>
            </a:r>
            <a:r>
              <a:rPr lang="en-US" sz="1200" dirty="0" err="1"/>
              <a:t>GUIFactory</a:t>
            </a:r>
            <a:r>
              <a:rPr lang="en-US" sz="1200" dirty="0"/>
              <a:t>):</a:t>
            </a:r>
          </a:p>
          <a:p>
            <a:r>
              <a:rPr lang="en-US" sz="1200" dirty="0"/>
              <a:t>    def </a:t>
            </a:r>
            <a:r>
              <a:rPr lang="en-US" sz="1200" dirty="0" err="1"/>
              <a:t>create_button</a:t>
            </a:r>
            <a:r>
              <a:rPr lang="en-US" sz="1200" dirty="0"/>
              <a:t>(self):</a:t>
            </a:r>
          </a:p>
          <a:p>
            <a:r>
              <a:rPr lang="en-US" sz="1200" dirty="0"/>
              <a:t>        return </a:t>
            </a:r>
            <a:r>
              <a:rPr lang="en-US" sz="1200" dirty="0" err="1"/>
              <a:t>WinButton</a:t>
            </a:r>
            <a:r>
              <a:rPr lang="en-US" sz="1200" dirty="0"/>
              <a:t>()</a:t>
            </a:r>
          </a:p>
          <a:p>
            <a:r>
              <a:rPr lang="en-US" sz="1200" dirty="0"/>
              <a:t>    </a:t>
            </a:r>
          </a:p>
          <a:p>
            <a:r>
              <a:rPr lang="en-US" sz="1200" dirty="0"/>
              <a:t>    def </a:t>
            </a:r>
            <a:r>
              <a:rPr lang="en-US" sz="1200" dirty="0" err="1"/>
              <a:t>create_scrollbar</a:t>
            </a:r>
            <a:r>
              <a:rPr lang="en-US" sz="1200" dirty="0"/>
              <a:t>(self):</a:t>
            </a:r>
          </a:p>
          <a:p>
            <a:r>
              <a:rPr lang="en-US" sz="1200" dirty="0"/>
              <a:t>        return </a:t>
            </a:r>
            <a:r>
              <a:rPr lang="en-US" sz="1200" dirty="0" err="1"/>
              <a:t>WinScrollBar</a:t>
            </a:r>
            <a:r>
              <a:rPr lang="en-US" sz="1200" dirty="0"/>
              <a:t>()</a:t>
            </a:r>
          </a:p>
          <a:p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149146-66DA-4A5B-FBAB-9992328D1EEA}"/>
              </a:ext>
            </a:extLst>
          </p:cNvPr>
          <p:cNvSpPr txBox="1"/>
          <p:nvPr/>
        </p:nvSpPr>
        <p:spPr>
          <a:xfrm>
            <a:off x="4095750" y="1627167"/>
            <a:ext cx="76368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# Concrete Product B2</a:t>
            </a:r>
          </a:p>
          <a:p>
            <a:r>
              <a:rPr lang="en-US" sz="1200" dirty="0"/>
              <a:t>class </a:t>
            </a:r>
            <a:r>
              <a:rPr lang="en-US" sz="1200" dirty="0" err="1"/>
              <a:t>MacScrollBar</a:t>
            </a:r>
            <a:r>
              <a:rPr lang="en-US" sz="1200" dirty="0"/>
              <a:t>(</a:t>
            </a:r>
            <a:r>
              <a:rPr lang="en-US" sz="1200" dirty="0" err="1"/>
              <a:t>ScrollBar</a:t>
            </a:r>
            <a:r>
              <a:rPr lang="en-US" sz="1200" dirty="0"/>
              <a:t>):</a:t>
            </a:r>
          </a:p>
          <a:p>
            <a:r>
              <a:rPr lang="en-US" sz="1200" dirty="0"/>
              <a:t>    def paint(self):</a:t>
            </a:r>
          </a:p>
          <a:p>
            <a:r>
              <a:rPr lang="en-US" sz="1200" dirty="0"/>
              <a:t>        print("Rendering a Mac scrollbar")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FF05F9-E6EC-1447-E4BA-3A1DB85A7338}"/>
              </a:ext>
            </a:extLst>
          </p:cNvPr>
          <p:cNvSpPr txBox="1"/>
          <p:nvPr/>
        </p:nvSpPr>
        <p:spPr>
          <a:xfrm>
            <a:off x="7143307" y="1627167"/>
            <a:ext cx="6095114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# Concrete Factory 2</a:t>
            </a:r>
          </a:p>
          <a:p>
            <a:r>
              <a:rPr lang="en-US" sz="1200" dirty="0"/>
              <a:t>class </a:t>
            </a:r>
            <a:r>
              <a:rPr lang="en-US" sz="1200" dirty="0" err="1"/>
              <a:t>MacFactory</a:t>
            </a:r>
            <a:r>
              <a:rPr lang="en-US" sz="1200" dirty="0"/>
              <a:t>(</a:t>
            </a:r>
            <a:r>
              <a:rPr lang="en-US" sz="1200" dirty="0" err="1"/>
              <a:t>GUIFactory</a:t>
            </a:r>
            <a:r>
              <a:rPr lang="en-US" sz="1200" dirty="0"/>
              <a:t>):</a:t>
            </a:r>
          </a:p>
          <a:p>
            <a:r>
              <a:rPr lang="en-US" sz="1200" dirty="0"/>
              <a:t>    def </a:t>
            </a:r>
            <a:r>
              <a:rPr lang="en-US" sz="1200" dirty="0" err="1"/>
              <a:t>create_button</a:t>
            </a:r>
            <a:r>
              <a:rPr lang="en-US" sz="1200" dirty="0"/>
              <a:t>(self):</a:t>
            </a:r>
          </a:p>
          <a:p>
            <a:r>
              <a:rPr lang="en-US" sz="1200" dirty="0"/>
              <a:t>        return </a:t>
            </a:r>
            <a:r>
              <a:rPr lang="en-US" sz="1200" dirty="0" err="1"/>
              <a:t>MacButton</a:t>
            </a:r>
            <a:r>
              <a:rPr lang="en-US" sz="1200" dirty="0"/>
              <a:t>()</a:t>
            </a:r>
          </a:p>
          <a:p>
            <a:r>
              <a:rPr lang="en-US" sz="1200" dirty="0"/>
              <a:t>    </a:t>
            </a:r>
          </a:p>
          <a:p>
            <a:r>
              <a:rPr lang="en-US" sz="1200" dirty="0"/>
              <a:t>    def </a:t>
            </a:r>
            <a:r>
              <a:rPr lang="en-US" sz="1200" dirty="0" err="1"/>
              <a:t>create_scrollbar</a:t>
            </a:r>
            <a:r>
              <a:rPr lang="en-US" sz="1200" dirty="0"/>
              <a:t>(self):</a:t>
            </a:r>
          </a:p>
          <a:p>
            <a:r>
              <a:rPr lang="en-US" sz="1200" dirty="0"/>
              <a:t>        return </a:t>
            </a:r>
            <a:r>
              <a:rPr lang="en-US" sz="1200" dirty="0" err="1"/>
              <a:t>MacScrollBar</a:t>
            </a:r>
            <a:r>
              <a:rPr lang="en-US" sz="1200" dirty="0"/>
              <a:t>()</a:t>
            </a:r>
          </a:p>
          <a:p>
            <a:endParaRPr lang="en-US" sz="1200" dirty="0"/>
          </a:p>
          <a:p>
            <a:r>
              <a:rPr lang="en-US" sz="1200" dirty="0"/>
              <a:t># Usage</a:t>
            </a:r>
          </a:p>
          <a:p>
            <a:r>
              <a:rPr lang="en-US" sz="1200" dirty="0" err="1"/>
              <a:t>win_factory</a:t>
            </a:r>
            <a:r>
              <a:rPr lang="en-US" sz="1200" dirty="0"/>
              <a:t> = </a:t>
            </a:r>
            <a:r>
              <a:rPr lang="en-US" sz="1200" dirty="0" err="1"/>
              <a:t>WinFactory</a:t>
            </a:r>
            <a:r>
              <a:rPr lang="en-US" sz="1200" dirty="0"/>
              <a:t>()</a:t>
            </a:r>
          </a:p>
          <a:p>
            <a:r>
              <a:rPr lang="en-US" sz="1200" dirty="0" err="1"/>
              <a:t>mac_factory</a:t>
            </a:r>
            <a:r>
              <a:rPr lang="en-US" sz="1200" dirty="0"/>
              <a:t> = </a:t>
            </a:r>
            <a:r>
              <a:rPr lang="en-US" sz="1200" dirty="0" err="1"/>
              <a:t>MacFactory</a:t>
            </a:r>
            <a:r>
              <a:rPr lang="en-US" sz="1200" dirty="0"/>
              <a:t>()</a:t>
            </a:r>
          </a:p>
          <a:p>
            <a:endParaRPr lang="en-US" sz="1200" dirty="0"/>
          </a:p>
          <a:p>
            <a:r>
              <a:rPr lang="en-US" sz="1200" dirty="0" err="1"/>
              <a:t>win_button</a:t>
            </a:r>
            <a:r>
              <a:rPr lang="en-US" sz="1200" dirty="0"/>
              <a:t> = </a:t>
            </a:r>
            <a:r>
              <a:rPr lang="en-US" sz="1200" dirty="0" err="1"/>
              <a:t>win_factory.create_button</a:t>
            </a:r>
            <a:r>
              <a:rPr lang="en-US" sz="1200" dirty="0"/>
              <a:t>()</a:t>
            </a:r>
          </a:p>
          <a:p>
            <a:r>
              <a:rPr lang="en-US" sz="1200" dirty="0" err="1"/>
              <a:t>win_scrollbar</a:t>
            </a:r>
            <a:r>
              <a:rPr lang="en-US" sz="1200" dirty="0"/>
              <a:t> = </a:t>
            </a:r>
            <a:r>
              <a:rPr lang="en-US" sz="1200" dirty="0" err="1"/>
              <a:t>win_factory.create_scrollbar</a:t>
            </a:r>
            <a:r>
              <a:rPr lang="en-US" sz="1200" dirty="0"/>
              <a:t>()</a:t>
            </a:r>
          </a:p>
          <a:p>
            <a:endParaRPr lang="en-US" sz="1200" dirty="0"/>
          </a:p>
          <a:p>
            <a:r>
              <a:rPr lang="en-US" sz="1200" dirty="0" err="1"/>
              <a:t>mac_button</a:t>
            </a:r>
            <a:r>
              <a:rPr lang="en-US" sz="1200" dirty="0"/>
              <a:t> = </a:t>
            </a:r>
            <a:r>
              <a:rPr lang="en-US" sz="1200" dirty="0" err="1"/>
              <a:t>mac_factory.create_button</a:t>
            </a:r>
            <a:r>
              <a:rPr lang="en-US" sz="1200" dirty="0"/>
              <a:t>()</a:t>
            </a:r>
          </a:p>
          <a:p>
            <a:r>
              <a:rPr lang="en-US" sz="1200" dirty="0" err="1"/>
              <a:t>mac_scrollbar</a:t>
            </a:r>
            <a:r>
              <a:rPr lang="en-US" sz="1200" dirty="0"/>
              <a:t> = </a:t>
            </a:r>
            <a:r>
              <a:rPr lang="en-US" sz="1200" dirty="0" err="1"/>
              <a:t>mac_factory.create_scrollbar</a:t>
            </a:r>
            <a:r>
              <a:rPr lang="en-US" sz="12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27168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35987-33AA-71EC-159D-370100981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70" y="210343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The rest of the coding examples are in the Course Module</a:t>
            </a:r>
          </a:p>
        </p:txBody>
      </p:sp>
    </p:spTree>
    <p:extLst>
      <p:ext uri="{BB962C8B-B14F-4D97-AF65-F5344CB8AC3E}">
        <p14:creationId xmlns:p14="http://schemas.microsoft.com/office/powerpoint/2010/main" val="1527025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1296</Words>
  <Application>Microsoft Office PowerPoint</Application>
  <PresentationFormat>Widescreen</PresentationFormat>
  <Paragraphs>179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OOP Design Pattern</vt:lpstr>
      <vt:lpstr>What is OOP Design Pattern</vt:lpstr>
      <vt:lpstr>Commonly Used OOP Design Pattern</vt:lpstr>
      <vt:lpstr>Commonly Used OOP Design Pattern</vt:lpstr>
      <vt:lpstr>Commonly Used OOP Design Pattern</vt:lpstr>
      <vt:lpstr>Structure</vt:lpstr>
      <vt:lpstr>Singleton Pattern:</vt:lpstr>
      <vt:lpstr>Singleton Pattern</vt:lpstr>
      <vt:lpstr>Factory Pattern</vt:lpstr>
      <vt:lpstr>Factory Pattern</vt:lpstr>
      <vt:lpstr>Abstract Factory Pattern</vt:lpstr>
      <vt:lpstr>Abstract Factory Pattern</vt:lpstr>
      <vt:lpstr>The rest of the coding examples are in the Course Module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Design Pattern</dc:title>
  <dc:creator>Prosenjit Chatterjee</dc:creator>
  <cp:lastModifiedBy>Prosenjit Chatterjee</cp:lastModifiedBy>
  <cp:revision>1</cp:revision>
  <dcterms:created xsi:type="dcterms:W3CDTF">2024-03-04T14:18:28Z</dcterms:created>
  <dcterms:modified xsi:type="dcterms:W3CDTF">2024-10-16T13:00:29Z</dcterms:modified>
</cp:coreProperties>
</file>